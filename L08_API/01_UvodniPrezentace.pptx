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22"/>
  </p:notesMasterIdLst>
  <p:sldIdLst>
    <p:sldId id="256" r:id="rId2"/>
    <p:sldId id="259" r:id="rId3"/>
    <p:sldId id="273" r:id="rId4"/>
    <p:sldId id="261" r:id="rId5"/>
    <p:sldId id="260" r:id="rId6"/>
    <p:sldId id="262" r:id="rId7"/>
    <p:sldId id="263" r:id="rId8"/>
    <p:sldId id="274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6" r:id="rId19"/>
    <p:sldId id="277" r:id="rId20"/>
    <p:sldId id="26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911" autoAdjust="0"/>
  </p:normalViewPr>
  <p:slideViewPr>
    <p:cSldViewPr snapToGrid="0">
      <p:cViewPr varScale="1">
        <p:scale>
          <a:sx n="158" d="100"/>
          <a:sy n="158" d="100"/>
        </p:scale>
        <p:origin x="25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B5911F-7C49-4E4E-AF13-219F87B878F4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2E70D7-C365-4D7A-B971-3DEF5DF4FA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95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384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Picture 4" descr="engeto-logo | EVOLVE! Summit 2022">
            <a:extLst>
              <a:ext uri="{FF2B5EF4-FFF2-40B4-BE49-F238E27FC236}">
                <a16:creationId xmlns:a16="http://schemas.microsoft.com/office/drawing/2014/main" id="{D9CBEE0A-41A4-4579-B80B-0762EFF0F6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4448" y="127540"/>
            <a:ext cx="971851" cy="259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7377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20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19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0214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639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86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66504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10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4370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9848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22D7498-AF4D-40C9-A69F-B3D88E543B66}" type="datetimeFigureOut">
              <a:rPr lang="de-DE" smtClean="0"/>
              <a:t>23.07.2025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MSIPCMContentMarking" descr="{&quot;HashCode&quot;:1622173095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3667E7BD-507E-433E-A71C-949DD3B05165}"/>
              </a:ext>
            </a:extLst>
          </p:cNvPr>
          <p:cNvSpPr txBox="1"/>
          <p:nvPr userDrawn="1"/>
        </p:nvSpPr>
        <p:spPr>
          <a:xfrm>
            <a:off x="0" y="6640354"/>
            <a:ext cx="744382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de-DE" sz="800">
                <a:solidFill>
                  <a:srgbClr val="000000"/>
                </a:solidFill>
                <a:latin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963016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806FB5D2-0AB9-464B-9EF5-351A43991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17338" y="5753895"/>
            <a:ext cx="3529781" cy="381000"/>
          </a:xfrm>
        </p:spPr>
        <p:txBody>
          <a:bodyPr>
            <a:normAutofit fontScale="92500" lnSpcReduction="10000"/>
          </a:bodyPr>
          <a:lstStyle/>
          <a:p>
            <a:pPr algn="r"/>
            <a:r>
              <a:rPr lang="de-DE" dirty="0"/>
              <a:t>Marek Vondra</a:t>
            </a:r>
          </a:p>
        </p:txBody>
      </p:sp>
      <p:pic>
        <p:nvPicPr>
          <p:cNvPr id="1028" name="Picture 4" descr="engeto-logo | EVOLVE! Summit 2022">
            <a:extLst>
              <a:ext uri="{FF2B5EF4-FFF2-40B4-BE49-F238E27FC236}">
                <a16:creationId xmlns:a16="http://schemas.microsoft.com/office/drawing/2014/main" id="{3CA2B495-F5E5-45B9-88B9-FE1F0B0FB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61" y="181079"/>
            <a:ext cx="2468506" cy="659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2792DC48-C049-1C46-CE53-97AEDC92B439}"/>
              </a:ext>
            </a:extLst>
          </p:cNvPr>
          <p:cNvSpPr txBox="1"/>
          <p:nvPr/>
        </p:nvSpPr>
        <p:spPr>
          <a:xfrm>
            <a:off x="1013011" y="2796988"/>
            <a:ext cx="1006794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Web </a:t>
            </a:r>
            <a:r>
              <a:rPr lang="en-US" sz="88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komunikace</a:t>
            </a:r>
            <a:endParaRPr lang="de-DE" sz="88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0975871F-653F-7C24-2F95-B0F85356360C}"/>
              </a:ext>
            </a:extLst>
          </p:cNvPr>
          <p:cNvSpPr txBox="1">
            <a:spLocks/>
          </p:cNvSpPr>
          <p:nvPr/>
        </p:nvSpPr>
        <p:spPr>
          <a:xfrm>
            <a:off x="3888802" y="5753895"/>
            <a:ext cx="3529781" cy="381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 err="1"/>
              <a:t>Lekce</a:t>
            </a:r>
            <a:r>
              <a:rPr lang="de-DE" dirty="0"/>
              <a:t> 8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5A72841-8FE4-3642-5A6D-6E459B718118}"/>
              </a:ext>
            </a:extLst>
          </p:cNvPr>
          <p:cNvSpPr txBox="1"/>
          <p:nvPr/>
        </p:nvSpPr>
        <p:spPr>
          <a:xfrm>
            <a:off x="116541" y="5753895"/>
            <a:ext cx="3173506" cy="424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algn="r" defTabSz="91440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algn="l"/>
            <a:fld id="{6BE09D2B-9502-49EB-9A38-B930AD43DC9A}" type="datetime1">
              <a:rPr lang="de-DE" smtClean="0"/>
              <a:pPr algn="l"/>
              <a:t>23.07.2025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1071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2ACD4-9A62-48A5-8601-998047359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Agenda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D1D5DF-1B54-42C7-9E2D-B726C87F069E}"/>
              </a:ext>
            </a:extLst>
          </p:cNvPr>
          <p:cNvSpPr txBox="1"/>
          <p:nvPr/>
        </p:nvSpPr>
        <p:spPr>
          <a:xfrm>
            <a:off x="1097280" y="2071247"/>
            <a:ext cx="844237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800" dirty="0">
                <a:solidFill>
                  <a:srgbClr val="00B0F0"/>
                </a:solidFill>
              </a:rPr>
              <a:t>18:00 – 1</a:t>
            </a:r>
            <a:r>
              <a:rPr lang="en-US" sz="2800" dirty="0">
                <a:solidFill>
                  <a:srgbClr val="00B0F0"/>
                </a:solidFill>
              </a:rPr>
              <a:t>8</a:t>
            </a:r>
            <a:r>
              <a:rPr lang="cs-CZ" sz="2800" dirty="0">
                <a:solidFill>
                  <a:srgbClr val="00B0F0"/>
                </a:solidFill>
              </a:rPr>
              <a:t>:</a:t>
            </a:r>
            <a:r>
              <a:rPr lang="en-US" sz="2800" dirty="0">
                <a:solidFill>
                  <a:srgbClr val="00B0F0"/>
                </a:solidFill>
              </a:rPr>
              <a:t>55</a:t>
            </a:r>
            <a:r>
              <a:rPr lang="cs-CZ" sz="2800" dirty="0">
                <a:solidFill>
                  <a:srgbClr val="00B0F0"/>
                </a:solidFill>
              </a:rPr>
              <a:t> </a:t>
            </a:r>
            <a:r>
              <a:rPr lang="en-US" sz="2800" dirty="0">
                <a:solidFill>
                  <a:srgbClr val="00B0F0"/>
                </a:solidFill>
              </a:rPr>
              <a:t>API</a:t>
            </a:r>
          </a:p>
          <a:p>
            <a:endParaRPr lang="en-US" sz="2800" dirty="0"/>
          </a:p>
          <a:p>
            <a:r>
              <a:rPr lang="en-US" sz="2000" dirty="0"/>
              <a:t>	18:55 – 19:05 P</a:t>
            </a:r>
            <a:r>
              <a:rPr lang="cs-CZ" sz="2000" dirty="0" err="1"/>
              <a:t>řestávka</a:t>
            </a:r>
            <a:endParaRPr lang="en-US" sz="2000" dirty="0"/>
          </a:p>
          <a:p>
            <a:endParaRPr lang="en-US" sz="2800" dirty="0"/>
          </a:p>
          <a:p>
            <a:r>
              <a:rPr lang="en-US" sz="2800" dirty="0">
                <a:solidFill>
                  <a:srgbClr val="00B0F0"/>
                </a:solidFill>
              </a:rPr>
              <a:t>19:10 – 19:55 Form</a:t>
            </a:r>
            <a:r>
              <a:rPr lang="cs-CZ" sz="2800" dirty="0" err="1">
                <a:solidFill>
                  <a:srgbClr val="00B0F0"/>
                </a:solidFill>
              </a:rPr>
              <a:t>áty</a:t>
            </a:r>
            <a:r>
              <a:rPr lang="cs-CZ" sz="2800" dirty="0">
                <a:solidFill>
                  <a:srgbClr val="00B0F0"/>
                </a:solidFill>
              </a:rPr>
              <a:t> pro výměnu dat</a:t>
            </a:r>
          </a:p>
          <a:p>
            <a:endParaRPr lang="cs-CZ" sz="2800" dirty="0"/>
          </a:p>
          <a:p>
            <a:r>
              <a:rPr lang="cs-CZ" sz="2000" dirty="0"/>
              <a:t>	</a:t>
            </a:r>
            <a:r>
              <a:rPr lang="en-US" sz="2000" dirty="0"/>
              <a:t> 1</a:t>
            </a:r>
            <a:r>
              <a:rPr lang="cs-CZ" sz="2000" dirty="0"/>
              <a:t>9</a:t>
            </a:r>
            <a:r>
              <a:rPr lang="en-US" sz="2000" dirty="0"/>
              <a:t>:55 – </a:t>
            </a:r>
            <a:r>
              <a:rPr lang="cs-CZ" sz="2000" dirty="0"/>
              <a:t>20</a:t>
            </a:r>
            <a:r>
              <a:rPr lang="en-US" sz="2000" dirty="0"/>
              <a:t>:05 P</a:t>
            </a:r>
            <a:r>
              <a:rPr lang="cs-CZ" sz="2000" dirty="0" err="1"/>
              <a:t>řestávka</a:t>
            </a:r>
            <a:endParaRPr lang="cs-CZ" sz="2000" dirty="0"/>
          </a:p>
          <a:p>
            <a:endParaRPr lang="cs-CZ" sz="2800" dirty="0"/>
          </a:p>
          <a:p>
            <a:r>
              <a:rPr lang="de-DE" sz="2800" dirty="0">
                <a:solidFill>
                  <a:srgbClr val="00B0F0"/>
                </a:solidFill>
              </a:rPr>
              <a:t>20</a:t>
            </a:r>
            <a:r>
              <a:rPr lang="cs-CZ" sz="2800" dirty="0">
                <a:solidFill>
                  <a:srgbClr val="00B0F0"/>
                </a:solidFill>
              </a:rPr>
              <a:t>:</a:t>
            </a:r>
            <a:r>
              <a:rPr lang="de-DE" sz="2800">
                <a:solidFill>
                  <a:srgbClr val="00B0F0"/>
                </a:solidFill>
              </a:rPr>
              <a:t>10</a:t>
            </a:r>
            <a:r>
              <a:rPr lang="cs-CZ" sz="2800">
                <a:solidFill>
                  <a:srgbClr val="00B0F0"/>
                </a:solidFill>
              </a:rPr>
              <a:t> </a:t>
            </a:r>
            <a:r>
              <a:rPr lang="cs-CZ" sz="2800" dirty="0">
                <a:solidFill>
                  <a:srgbClr val="00B0F0"/>
                </a:solidFill>
              </a:rPr>
              <a:t>– 21:00 </a:t>
            </a:r>
            <a:r>
              <a:rPr lang="cs-CZ" sz="2800" dirty="0" err="1">
                <a:solidFill>
                  <a:srgbClr val="00B0F0"/>
                </a:solidFill>
              </a:rPr>
              <a:t>SpringBoot</a:t>
            </a:r>
            <a:endParaRPr lang="de-DE" sz="28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94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666330-1E42-57EA-B8DC-FBDF5B49D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Co je to API 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285D77-F4D5-A11F-997C-238EFDE76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761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59" t="21155" r="775" b="60817"/>
          <a:stretch/>
        </p:blipFill>
        <p:spPr>
          <a:xfrm>
            <a:off x="2493849" y="2166730"/>
            <a:ext cx="7204302" cy="355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457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6" t="21272" r="51698" b="61431"/>
          <a:stretch/>
        </p:blipFill>
        <p:spPr>
          <a:xfrm>
            <a:off x="2493849" y="2258960"/>
            <a:ext cx="7204302" cy="341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39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8" t="39870" r="51531" b="40642"/>
          <a:stretch/>
        </p:blipFill>
        <p:spPr>
          <a:xfrm>
            <a:off x="2395330" y="1958009"/>
            <a:ext cx="7299071" cy="384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246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9" t="60432" r="51530" b="20080"/>
          <a:stretch/>
        </p:blipFill>
        <p:spPr>
          <a:xfrm>
            <a:off x="2395330" y="1958009"/>
            <a:ext cx="7299071" cy="384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222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59" t="39644" r="-230" b="40868"/>
          <a:stretch/>
        </p:blipFill>
        <p:spPr>
          <a:xfrm>
            <a:off x="2395330" y="1958009"/>
            <a:ext cx="7299071" cy="384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700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F3400-73A3-2A07-EF1A-F84B8992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Typy web komunikace</a:t>
            </a:r>
            <a:endParaRPr lang="de-DE" dirty="0"/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C8BF3058-41AE-B713-B15B-2D2FEFC393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41" t="59920" r="188" b="20592"/>
          <a:stretch/>
        </p:blipFill>
        <p:spPr>
          <a:xfrm>
            <a:off x="2395330" y="1958009"/>
            <a:ext cx="7299071" cy="384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83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9" b="65650"/>
          <a:stretch/>
        </p:blipFill>
        <p:spPr>
          <a:xfrm>
            <a:off x="131074" y="670326"/>
            <a:ext cx="11990811" cy="118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511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8" b="55719"/>
          <a:stretch/>
        </p:blipFill>
        <p:spPr>
          <a:xfrm>
            <a:off x="131074" y="670325"/>
            <a:ext cx="11990811" cy="16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941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9" b="44609"/>
          <a:stretch/>
        </p:blipFill>
        <p:spPr>
          <a:xfrm>
            <a:off x="131074" y="670326"/>
            <a:ext cx="11990811" cy="2203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313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8" b="34510"/>
          <a:stretch/>
        </p:blipFill>
        <p:spPr>
          <a:xfrm>
            <a:off x="131074" y="670326"/>
            <a:ext cx="11990811" cy="269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8724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8" b="23568"/>
          <a:stretch/>
        </p:blipFill>
        <p:spPr>
          <a:xfrm>
            <a:off x="131074" y="670326"/>
            <a:ext cx="11990811" cy="3224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061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7" b="12122"/>
          <a:stretch/>
        </p:blipFill>
        <p:spPr>
          <a:xfrm>
            <a:off x="131074" y="670326"/>
            <a:ext cx="11990811" cy="3779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291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DEDC5-7ECB-5E63-164B-AD71C9711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D4923DD-B288-A524-65F1-F8D6B3BCE5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957" b="1082"/>
          <a:stretch/>
        </p:blipFill>
        <p:spPr>
          <a:xfrm>
            <a:off x="131074" y="670325"/>
            <a:ext cx="11990811" cy="431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45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F26A74-4B3C-56E9-C08E-96AB33271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 je </a:t>
            </a:r>
            <a:r>
              <a:rPr lang="de-DE" dirty="0" err="1"/>
              <a:t>frontend</a:t>
            </a:r>
            <a:r>
              <a:rPr lang="de-DE" dirty="0"/>
              <a:t> a backend?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0717B5-3DB1-B902-C3FA-6A9A59244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4744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F26A74-4B3C-56E9-C08E-96AB33271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 frontend a backend spolupracují?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0717B5-3DB1-B902-C3FA-6A9A59244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3715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F26A74-4B3C-56E9-C08E-96AB33271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🌐 HTTP Stavové kódy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0717B5-3DB1-B902-C3FA-6A9A59244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5449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71D93D-CE2C-F068-C767-B534E907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E8C5D3-FFBF-BBDE-9CB2-83C453FDE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092A0F5-232A-5F4C-B360-BC6750E86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404" y="554941"/>
            <a:ext cx="8181191" cy="509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19932"/>
      </p:ext>
    </p:extLst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84</Words>
  <Application>Microsoft Office PowerPoint</Application>
  <PresentationFormat>Breitbild</PresentationFormat>
  <Paragraphs>24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Rückblick</vt:lpstr>
      <vt:lpstr>PowerPoint-Präsentation</vt:lpstr>
      <vt:lpstr>Agenda</vt:lpstr>
      <vt:lpstr>Co je to API ?</vt:lpstr>
      <vt:lpstr>Typy web komunikace</vt:lpstr>
      <vt:lpstr>Typy web komunikace</vt:lpstr>
      <vt:lpstr>Typy web komunikace</vt:lpstr>
      <vt:lpstr>Typy web komunikace</vt:lpstr>
      <vt:lpstr>Typy web komunikace</vt:lpstr>
      <vt:lpstr>Typy web komunikace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Co je frontend a backend?</vt:lpstr>
      <vt:lpstr>Jak frontend a backend spolupracují?</vt:lpstr>
      <vt:lpstr>🌐 HTTP Stavové kódy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Vondra, Marek (I/BT-O8, extern)</dc:creator>
  <cp:lastModifiedBy>Vondra, Marek</cp:lastModifiedBy>
  <cp:revision>36</cp:revision>
  <dcterms:created xsi:type="dcterms:W3CDTF">2023-02-16T16:57:27Z</dcterms:created>
  <dcterms:modified xsi:type="dcterms:W3CDTF">2025-07-23T15:57:03Z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1c9b508-7c6e-42bd-bedf-808292653d6c_Enabled">
    <vt:lpwstr>true</vt:lpwstr>
  </property>
  <property fmtid="{D5CDD505-2E9C-101B-9397-08002B2CF9AE}" pid="3" name="MSIP_Label_b1c9b508-7c6e-42bd-bedf-808292653d6c_SetDate">
    <vt:lpwstr>2023-04-19T11:31:58Z</vt:lpwstr>
  </property>
  <property fmtid="{D5CDD505-2E9C-101B-9397-08002B2CF9AE}" pid="4" name="MSIP_Label_b1c9b508-7c6e-42bd-bedf-808292653d6c_Method">
    <vt:lpwstr>Standard</vt:lpwstr>
  </property>
  <property fmtid="{D5CDD505-2E9C-101B-9397-08002B2CF9AE}" pid="5" name="MSIP_Label_b1c9b508-7c6e-42bd-bedf-808292653d6c_Name">
    <vt:lpwstr>b1c9b508-7c6e-42bd-bedf-808292653d6c</vt:lpwstr>
  </property>
  <property fmtid="{D5CDD505-2E9C-101B-9397-08002B2CF9AE}" pid="6" name="MSIP_Label_b1c9b508-7c6e-42bd-bedf-808292653d6c_SiteId">
    <vt:lpwstr>2882be50-2012-4d88-ac86-544124e120c8</vt:lpwstr>
  </property>
  <property fmtid="{D5CDD505-2E9C-101B-9397-08002B2CF9AE}" pid="7" name="MSIP_Label_b1c9b508-7c6e-42bd-bedf-808292653d6c_ActionId">
    <vt:lpwstr>c13eaf56-4bc7-4bda-91ee-8bfd0b1aec22</vt:lpwstr>
  </property>
  <property fmtid="{D5CDD505-2E9C-101B-9397-08002B2CF9AE}" pid="8" name="MSIP_Label_b1c9b508-7c6e-42bd-bedf-808292653d6c_ContentBits">
    <vt:lpwstr>3</vt:lpwstr>
  </property>
</Properties>
</file>